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On-demand COGS</c:v>
                </c:pt>
              </c:strCache>
            </c:strRef>
          </c:tx>
          <c:spPr>
            <a:solidFill>
              <a:srgbClr val="C0392B"/>
            </a:solidFill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15</c:v>
                  </c:pt>
                  <c:pt idx="1">
                    <c:v>30</c:v>
                  </c:pt>
                  <c:pt idx="2">
                    <c:v>60</c:v>
                  </c:pt>
                  <c:pt idx="3">
                    <c:v>120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5.25</c:v>
                </c:pt>
                <c:pt idx="1">
                  <c:v>10.5</c:v>
                </c:pt>
                <c:pt idx="2">
                  <c:v>21</c:v>
                </c:pt>
                <c:pt idx="3">
                  <c:v>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Precompute COGS</c:v>
                </c:pt>
              </c:strCache>
            </c:strRef>
          </c:tx>
          <c:spPr>
            <a:solidFill>
              <a:srgbClr val="1E8449"/>
            </a:solidFill>
            <a:ln w="31750" cap="flat">
              <a:solidFill>
                <a:srgbClr val="1E84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8449"/>
              </a:solidFill>
              <a:ln w="9525" cap="flat">
                <a:solidFill>
                  <a:srgbClr val="1E84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15</c:v>
                  </c:pt>
                  <c:pt idx="1">
                    <c:v>30</c:v>
                  </c:pt>
                  <c:pt idx="2">
                    <c:v>60</c:v>
                  </c:pt>
                  <c:pt idx="3">
                    <c:v>120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1.74</c:v>
                </c:pt>
                <c:pt idx="1">
                  <c:v>1.97</c:v>
                </c:pt>
                <c:pt idx="2">
                  <c:v>2.42</c:v>
                </c:pt>
                <c:pt idx="3">
                  <c:v>3.32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 $3.99</c:v>
                </c:pt>
              </c:strCache>
            </c:strRef>
          </c:tx>
          <c:spPr>
            <a:solidFill>
              <a:srgbClr val="5A5A6E"/>
            </a:solidFill>
            <a:ln w="31750" cap="flat">
              <a:solidFill>
                <a:srgbClr val="5A5A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A5A6E"/>
              </a:solidFill>
              <a:ln w="9525" cap="flat">
                <a:solidFill>
                  <a:srgbClr val="5A5A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15</c:v>
                  </c:pt>
                  <c:pt idx="1">
                    <c:v>30</c:v>
                  </c:pt>
                  <c:pt idx="2">
                    <c:v>60</c:v>
                  </c:pt>
                  <c:pt idx="3">
                    <c:v>120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3.99</c:v>
                </c:pt>
                <c:pt idx="1">
                  <c:v>3.99</c:v>
                </c:pt>
                <c:pt idx="2">
                  <c:v>3.99</c:v>
                </c:pt>
                <c:pt idx="3">
                  <c:v>3.99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5A6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5A6E"/>
                    </a:solidFill>
                    <a:latin typeface="Arial"/>
                  </a:rPr>
                  <a:t>Questions per user per month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3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5A6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5A6E"/>
                    </a:solidFill>
                    <a:latin typeface="Arial"/>
                  </a:rPr>
                  <a:t>$ per paid user per month (frontier-class inference)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invented a number.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invented me.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Ultrahuman's Jade AI against 2,422,726 of my own sensor readings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verdict: the model is fine. The compute architecture is the problem, and it is fixable.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Vyshnav Tammanaboina  |  MS Business Analytics, RIT Saunders  |  github.com/vyshnavtammanaboina/wearable-ai-audit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question that decides a purchase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2,422,726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readings, 18 months, exported as ground truth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17/17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29768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tests pass, incl. zero-loss reconciliation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0467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nights the ring was actually worn - remember this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Jade know more about me than the $20 assistant I already own?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health AI's only defensible edge over a commodity model is privileged access to the user's data. The reasoning layer is free in a dozen apps - so this audit measures exactly one thing: the size of Jade's information advantage over a screenshot.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build a tested pipeline over the raw export (ingest, transform, marts, tests, models, charts), then grade Jade with a probe battery whose answer keys were computed in advance. Every response scores as grounded-correct, grounded-wrong, generic, or confabulated.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public: code, report, probes, scoring rubric - and three of my own errors, documented, not deleted.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1 AND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Jade is honest with numbers - and fabricated the patient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set to catch fabrication: a recovery summary over a two-week gap with zero data, and a specific date in a month that does not exist in the record.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Jade refused both, correctly, and explained why. It even named its own least-confident answer. That is calibration, and it deserves to be said first.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has data it is exact: 3,279 steps reported vs 3,279.0 computed independently. It also caught a truncated night my pipeline got wrong.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Then, unprompted: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8745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“Since you're on a shift work schedule (typically 01:18-07:30)… shift work is associated with disrupted circadian rhythms [2]”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92608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sleep pattern (01:18-07:30)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Inferred category: “shift worker”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retrieved for that category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correctly cited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guidance 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Wrong, wearing peer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09360" y="4937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number is catchable by any user with an export. A wrong premise dressed in real citations reads as the system's most rigorous output.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see the data it sells access 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336,840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 HRV readings Jade calls “not available”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 months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29768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recorded sleep invisible to it (earliest: Jan 2026 vs Jan 2025)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15544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0467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it hallucinated while doing so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11064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to compare HRV across two months holding 9,537 non-zero readings: “HRV values are not available for either month.” Asked about May 2026 (7 days, 2,721 motion readings): “no entries - most recent is April”. May holds more movement data than the April it cites.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opposite of hallucination: Jade under-reports what the customer owns. By its own admission it reads “summarized daily, weekly and monthly data” - an accidental document layer with holes, not the raw record.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data” is delivered identically whether the ring never recorded or the pipeline lost it - so users conclude their device failed when it worked. The most damaging failure available to a health product, and it is an ingestion bug, not a model problem.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paid tier loses money on exactly the people who buy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fires a planner, data-source agents, a literature RAG issuing 8 searches, and a synthesis pass: 10-15 model calls, ~30 seconds. An expensive request shape, not a thin wrapper.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metering is the tell: “Daily credits used - credits renew in 2 hours”. Companies do not aggressively ration what costs them nothing. Revealed preference places the cost at the expensive end.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$3.99 for unlimited use of an unbounded variable cost, sold to self-selected heavy users, with no light-user base to cross-subsidise: every incremental subscriber can destroy value.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~5% conversion of ~400k users the whole line is ~$1M/yr against a $150M run rate. It cannot move the company. It can only lose money or irritate customers.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 / user / 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on $3.99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- Frontier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$18-24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-$14 to -$20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- Mid-tier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$1.20-3.00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+$1.00 to +$2.80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- Self-hosted SLM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$0.12-0.60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+$3.39 to +$3.87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309360" y="36576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questions/month. Metering evidence points at A or B. All figures are estimates under stated assumptions; the verdict is tested against the ranges, not the midpoints.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 architectural: precompute the digest, price the follow-ups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SYNTHESISE ON DEMAND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FBEEEC"/>
          </a:solidFill>
          <a:ln w="12700">
            <a:solidFill>
              <a:srgbClr val="E6C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2996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re-derives the same weekly picture from scratch.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variable and unbounded - it scales with the engagement the product needs, which is why the free tier must be metered.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63640" y="15544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PROPOSED: ONE WEEKLY DIGEST PER USER, STORED AS USER DATA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EAF4EC"/>
          </a:solidFill>
          <a:ln w="12700">
            <a:solidFill>
              <a:srgbClr val="BFDC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2996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Batch-generate one compiled health document per user per week - the cadence of the weekly snapshot that already exists. Follow-ups run as retrieval over that bounded file plus one small-model call.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becomes fixed per user: 52 generations a year, however much they ask.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bounded file is simultaneously the cost ceiling and the coverage contract: a follow-up can only ever cost what reading one document costs, and the digest can only say what it holds - so what it holds becomes a design decision, not an accident. That closes the false negatives with the same change.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builds the only real moat: a screenshot is one screen. A compiled digest across 18 months is not pasteable into the customer's other assistant.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note: answering from a pre-built document is what Jade already does. The proposal changes who owns the document - from an unaudited index with holes to a deliberate artifact with complete streams and a known cadence.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does to the unit economics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AI audit  |  github.com/vyshnavtammanaboina/wearable-ai-audit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6492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269480" y="1645920"/>
            <a:ext cx="4389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user, 60 q/mo, per year
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$252 on demand  -&gt;  $29 precompute
</a:t>
            </a:r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gross margin
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-426% today (frontier)
+39% precompute at 60 q/mo
</a:t>
            </a:r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one lever is not enough.
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 fixes the paid tier in every scenario. The total AI line still runs </a:t>
            </a:r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-$876k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frontier cost, because paid margin funds ~18k free users against 60k assumed.
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monthly free digest instead of weekly reaches break-even on frontier inference alone. </a:t>
            </a:r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levers, jointly necessary.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 a weekly per-user digest and stop synthesising on demand. Fixed cost per user, ~8x cheaper follow-ups, coverage becomes a contract that closes the false negatives, and the compiled artifact is the one thing a customer cannot paste elsewhere.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paid tier; set the free tier's cadence deliberately. With cost fixed per user the paid tier clears a healthy margin, but the free tier is the second lever, not a footnote: a monthly free digest instead of a weekly one is the difference between -$876k and break-even at frontier inference. It still protects wear compliance, which is the binding constraint on whether personalised health AI works at all.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inferred identities. State what was measured; never promote a sleep pattern into an occupation and retrieve literature for it. Cheapest fix on the list, highest liability closed.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“no data” honest: distinguish never recorded from not in my index. Start with the 12-month sleep blind spot and 336,840 invisible HRV readings.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overturn this: </a:t>
            </a:r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large share of questions genuinely need fresh multi-agent synthesis rather than retrieval over a digest, the economics collapse back to the metering problem. Testable from Ultrahuman's own query logs - and every user-base and cost figure here is an estimate under stated assumptions.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analysis, pipeline, probe battery and scenario model: github.com/vyshnavtammanaboina/wearable-ai-audit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2026-08-10T04:01:42Z</dcterms:created>
  <dcterms:modified xsi:type="dcterms:W3CDTF">2026-08-10T04:01:42Z</dcterms:modified>
</cp:coreProperties>
</file>